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D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B8CF"/>
                </a:solidFill>
                <a:latin typeface="Calibri"/>
              </a:rPr>
              <a:t>ZEPHYR RTOS  ·  WEST  · 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Zephyr Workspace Architecture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&amp; the VL53L8CX ToF Sensor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7CEDC"/>
                </a:solidFill>
                <a:latin typeface="Calibri"/>
              </a:rPr>
              <a:t>How Zephyr, West and modules fit together — and where our ST VL53L8CX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7CEDC"/>
                </a:solidFill>
                <a:latin typeface="Calibri"/>
              </a:rPr>
              <a:t>sensor driver development stands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99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3A6"/>
                </a:solidFill>
                <a:latin typeface="Calibri"/>
              </a:rPr>
              <a:t>zephyr_dev workspace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19963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8A93A6"/>
                </a:solidFill>
                <a:latin typeface="Calibri"/>
              </a:rPr>
              <a:t>Sept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2B8C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1B2E"/>
                </a:solidFill>
                <a:latin typeface="Calibri"/>
              </a:rPr>
              <a:t>What is Zephyr?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2938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A scalable, open-source RTOS for embedded &amp; IoT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566928" cy="566928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2B8C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77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1B2E"/>
                </a:solidFill>
                <a:latin typeface="Calibri"/>
              </a:rPr>
              <a:t>What is West?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70662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Zephyr's multi-repo meta-tool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54680"/>
            <a:ext cx="566928" cy="566928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2B8C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54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1B2E"/>
                </a:solidFill>
                <a:latin typeface="Calibri"/>
              </a:rPr>
              <a:t>Zephyr's folder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838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kernel, arch, drivers, boards,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566928" cy="566928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2B8C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931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1B2E"/>
                </a:solidFill>
                <a:latin typeface="Calibri"/>
              </a:rPr>
              <a:t>What is a Module?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6110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How external/vendor code plugs into Zephyr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566928" cy="566928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2B8C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709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1B2E"/>
                </a:solidFill>
                <a:latin typeface="Calibri"/>
              </a:rPr>
              <a:t>Our workspace layout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03834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zephyr_dev: zephyr_app, zephyr, modules, bootloader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86400"/>
            <a:ext cx="566928" cy="566928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486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2B8CF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486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1B2E"/>
                </a:solidFill>
                <a:latin typeface="Calibri"/>
              </a:rPr>
              <a:t>VL53L8CX driver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81558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Status, architecture, licensing,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is Zephyr?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A small-footprint, open-source RTOS for resource-constrained &amp; IoT devices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Hosted by the Linux Foundation — vendor-neutral, permissively licensed (Apache-2.0)</a:t>
            </a:r>
          </a:p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Scales from tiny single-core MCUs to multicore application processors</a:t>
            </a:r>
          </a:p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Configuration-driven design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Kconfig — build-time feature/driver selection (like the Linux kernel)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Devicetree (DTS) — hardware description, decoupled from driver code</a:t>
            </a:r>
          </a:p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Broad hardware support out of the box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Architectures: Arm (M/A/R), RISC-V, x86, Xtensa, ARC, SPARC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600+ boards, dozens of vendor HALs, hundreds of drivers</a:t>
            </a:r>
          </a:p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Rich built-in subsystems: Bluetooth/BLE, networking (IP stack), USB, filesystems, logging, power management, sensors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600200"/>
            <a:ext cx="4251960" cy="4572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8CF"/>
                </a:solidFill>
                <a:latin typeface="Calibri"/>
              </a:rPr>
              <a:t>WHY IT MATTERS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40280"/>
            <a:ext cx="3749039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E3E7F0"/>
                </a:solidFill>
                <a:latin typeface="Calibri"/>
              </a:rPr>
              <a:t>Our STM32 boards (Nucleo-G474RE, Nucleo-N657X0-Q, STM32MP257F-DK) all build on the same Zephyr core — the RTOS, build system and sensor API are identical across every target; only the board files and HAL differ.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is West?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Zephyr's own meta-tool for managing a multi-repository workspace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Similar goal to git submodules — but purpose-built for Zephyr's scale</a:t>
            </a:r>
          </a:p>
          <a:p>
            <a:pPr algn="l">
              <a:spcAft>
                <a:spcPts val="9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Reads a manifest file: west.yml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Lists every repo (Zephyr core, HAL modules, bootloader...) and its pinned revision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One repo is the “manifest repository” — the thing you actually clone first</a:t>
            </a:r>
          </a:p>
          <a:p>
            <a:pPr algn="l">
              <a:spcAft>
                <a:spcPts val="9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Key commands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west init  →  set up a new workspace from a manifest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west update  →  clone/checkout every project at its pinned revision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west build / west flash / west debug  →  build &amp; run on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600200"/>
            <a:ext cx="4754880" cy="4572000"/>
          </a:xfrm>
          <a:prstGeom prst="rect">
            <a:avLst/>
          </a:prstGeom>
          <a:solidFill>
            <a:srgbClr val="F6F8FB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ED"/>
                </a:solidFill>
                <a:latin typeface="Calibri"/>
              </a:rPr>
              <a:t>OUR TOPOLOGY: “APP AS MANIFEST” (T2)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286000"/>
            <a:ext cx="4206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>zephyr_app  is our manifest repo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>     (the only thing we actually clone)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>west.yml inside it lists: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>  • zephyr        (core RTOS)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>  • modules/*     (HALs, libs, crypto...)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>  • bootloader/mcuboot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>west update  pulls all of the above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41B2E"/>
                </a:solidFill>
                <a:latin typeface="Consolas"/>
              </a:rPr>
              <a:t>as siblings of zephyr_app/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ZEPHYR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Inside the zephyr/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zephyr/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├─ kernel/       core: scheduler, threads, memory, IPC primitives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├─ arch/         CPU architecture support: arm, arm64, riscv, x86...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├─ boards/       per-board config, devicetree, defconfig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├─ drivers/      peripheral &amp; sensor drivers, by class then vendor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│   └─ sensor/st/vl53l1x, vl53l0x, lsm6dsl, ...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├─ dts/           devicetree bindings &amp; base .dtsi files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├─ subsys/       Bluetooth, networking, USB, fs, logging...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├─ samples/       ready-to-build example applications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├─ tests/         Twister test suite</a:t>
            </a:r>
          </a:p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E3E7F0"/>
                </a:solidFill>
                <a:latin typeface="Consolas"/>
              </a:rPr>
              <a:t>└─ Kconfig        root of the build-time configuration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ZEPHYR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is a “Module”?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External source code integrated into the Zephyr build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Vendor HALs, third-party libraries, crypto, filesystems, sensor SDKs</a:t>
            </a:r>
          </a:p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Declared with a zephyr/module.yml manifest file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name:, and build: { cmake, kconfig, cmake-ext, kconfig-ext }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Tells west/CMake/Kconfig “here is more source + config to pull in”</a:t>
            </a:r>
          </a:p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Two ways a module reaches the build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West-managed  — listed in a manifest, auto-cloned by west update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Out-of-tree / ZEPHYR_EXTRA_MODULES  — pointed at manually, e.g. our own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600200"/>
            <a:ext cx="4754880" cy="4572000"/>
          </a:xfrm>
          <a:prstGeom prst="rect">
            <a:avLst/>
          </a:prstGeom>
          <a:solidFill>
            <a:srgbClr val="F6F8FB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ED"/>
                </a:solidFill>
                <a:latin typeface="Calibri"/>
              </a:rPr>
              <a:t>TYPICAL module.yml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240280"/>
            <a:ext cx="4206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41B2E"/>
                </a:solidFill>
                <a:latin typeface="Consolas"/>
              </a:rPr>
              <a:t>name: hal_st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41B2E"/>
                </a:solidFill>
                <a:latin typeface="Consolas"/>
              </a:rPr>
              <a:t>build: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41B2E"/>
                </a:solidFill>
                <a:latin typeface="Consolas"/>
              </a:rPr>
              <a:t>  cmake-ext: True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41B2E"/>
                </a:solidFill>
                <a:latin typeface="Consolas"/>
              </a:rPr>
              <a:t>  kconfig-ext: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297680"/>
            <a:ext cx="4206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1">
                <a:solidFill>
                  <a:srgbClr val="3A4152"/>
                </a:solidFill>
                <a:latin typeface="Calibri"/>
              </a:rPr>
              <a:t>Module categories seen in our</a:t>
            </a:r>
          </a:p>
          <a:p>
            <a:pPr algn="l">
              <a:lnSpc>
                <a:spcPct val="135000"/>
              </a:lnSpc>
            </a:pPr>
            <a:r>
              <a:rPr sz="1350" b="0" i="1">
                <a:solidFill>
                  <a:srgbClr val="3A4152"/>
                </a:solidFill>
                <a:latin typeface="Calibri"/>
              </a:rPr>
              <a:t>workspace's modules/ folder:</a:t>
            </a:r>
          </a:p>
          <a:p>
            <a:pPr algn="l">
              <a:lnSpc>
                <a:spcPct val="135000"/>
              </a:lnSpc>
            </a:pPr>
            <a:r>
              <a:rPr sz="1350" b="0" i="1">
                <a:solidFill>
                  <a:srgbClr val="3A4152"/>
                </a:solidFill>
                <a:latin typeface="Calibri"/>
              </a:rPr>
              <a:t>hal, lib, crypto, fs, debug, tee, sensor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OUR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Top-Level Layout: zephyr_dev/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zephyr_dev/                                    &lt;- workspace root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├─ zephyr_app/       MANIFEST repo (west topdir) — owns west.yml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├─ zephyr/           core RTOS, pulled by west from zephyrproject-rtos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├─ modules/          vendor HALs &amp; libraries, pulled by west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│   ├─ hal/          st, stm32, cmsis, nordic, nxp, ti, ...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│   ├─ lib/          openthread, zcbor, littlefs, open-amp, ...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│   ├─ crypto/       mbedtls, tf-psa-crypto, ...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│   ├─ fs/, debug/, tee/, bsim_hw_models/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│   └─ sensor/       st_vl53l8cx  &lt;- OUR module (not west-managed yet)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└─ bootloader/</a:t>
            </a:r>
          </a:p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E3E7F0"/>
                </a:solidFill>
                <a:latin typeface="Consolas"/>
              </a:rPr>
              <a:t>    └─ mcuboot/      pulled via zephyr's own manifest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OUR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modules/ is a Folder, Not a Repo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2F6FED"/>
                </a:solidFill>
                <a:latin typeface="Calibri"/>
              </a:rPr>
              <a:t>●  </a:t>
            </a:r>
            <a:r>
              <a:rPr sz="1500" b="1">
                <a:solidFill>
                  <a:srgbClr val="3A4152"/>
                </a:solidFill>
                <a:latin typeface="Calibri"/>
              </a:rPr>
              <a:t>Every subfolder under modules/ is its own independent git clone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00" b="0">
                <a:solidFill>
                  <a:srgbClr val="3A4152"/>
                </a:solidFill>
                <a:latin typeface="Calibri"/>
              </a:rPr>
              <a:t>modules/hal/nordic  →  github.com/zephyrproject-rtos/hal_nordic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00" b="0">
                <a:solidFill>
                  <a:srgbClr val="3A4152"/>
                </a:solidFill>
                <a:latin typeface="Calibri"/>
              </a:rPr>
              <a:t>modules/hal/st      →  github.com/zephyrproject-rtos/hal_st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00" b="0">
                <a:solidFill>
                  <a:srgbClr val="3A4152"/>
                </a:solidFill>
                <a:latin typeface="Calibri"/>
              </a:rPr>
              <a:t>modules/lib/openthread → github.com/zephyrproject-rtos/openthread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2F6FED"/>
                </a:solidFill>
                <a:latin typeface="Calibri"/>
              </a:rPr>
              <a:t>●  </a:t>
            </a:r>
            <a:r>
              <a:rPr sz="1500" b="1">
                <a:solidFill>
                  <a:srgbClr val="3A4152"/>
                </a:solidFill>
                <a:latin typeface="Calibri"/>
              </a:rPr>
              <a:t>west update clones ~50 such repos at the revisions pinned in west.yml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D14B4B"/>
                </a:solidFill>
                <a:latin typeface="Calibri"/>
              </a:rPr>
              <a:t>●  </a:t>
            </a:r>
            <a:r>
              <a:rPr sz="1500" b="1">
                <a:solidFill>
                  <a:srgbClr val="3A4152"/>
                </a:solidFill>
                <a:latin typeface="Calibri"/>
              </a:rPr>
              <a:t>The one exception in our tree: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00" b="0">
                <a:solidFill>
                  <a:srgbClr val="3A4152"/>
                </a:solidFill>
                <a:latin typeface="Calibri"/>
              </a:rPr>
              <a:t>modules/sensor/st_vl53l8cx has NO .git directory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00" b="0">
                <a:solidFill>
                  <a:srgbClr val="3A4152"/>
                </a:solidFill>
                <a:latin typeface="Calibri"/>
              </a:rPr>
              <a:t>Not listed in any manifest — west never touched it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00" b="0">
                <a:solidFill>
                  <a:srgbClr val="3A4152"/>
                </a:solidFill>
                <a:latin typeface="Calibri"/>
              </a:rPr>
              <a:t>It was placed there by hand; it only looks like a managed 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600200"/>
            <a:ext cx="4892040" cy="4572000"/>
          </a:xfrm>
          <a:prstGeom prst="rect">
            <a:avLst/>
          </a:prstGeom>
          <a:solidFill>
            <a:srgbClr val="F6F8FB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82880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ED"/>
                </a:solidFill>
                <a:latin typeface="Calibri"/>
              </a:rPr>
              <a:t>VERIFIED IN THIS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331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hal/st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331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A15D"/>
                </a:solidFill>
                <a:latin typeface="Consolas"/>
              </a:rPr>
              <a:t>✓ git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834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hal/stm32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8346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A15D"/>
                </a:solidFill>
                <a:latin typeface="Consolas"/>
              </a:rPr>
              <a:t>✓ git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hal/nxp, hal/ti,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3375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A15D"/>
                </a:solidFill>
                <a:latin typeface="Consolas"/>
              </a:rPr>
              <a:t>✓ git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8404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sensor/st_vl53l8cx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8404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14B4B"/>
                </a:solidFill>
                <a:latin typeface="Consolas"/>
              </a:rPr>
              <a:t>✗ no .git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B8CF"/>
                </a:solidFill>
                <a:latin typeface="Calibri"/>
              </a:rP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VL53L8CX Driver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7CEDC"/>
                </a:solidFill>
                <a:latin typeface="Calibri"/>
              </a:rPr>
              <a:t>Building a Zephyr sensor driver for ST's 8x8 multizone Time-of-Flight sensor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VL53L8CX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The Sensor &amp; the Gap in Zephyr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VL53L8CX: ST direct Time-of-Flight (dToF) 8x8 multizone ranging sensor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I2C, up to 64 independent distance zones, configurable resolution/frequency</a:t>
            </a:r>
          </a:p>
          <a:p>
            <a:pPr algn="l">
              <a:spcAft>
                <a:spcPts val="10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Zephyr already supports two ST ToF sensors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VL53L0X  — drivers/sensor/st/vl53l0x  (single zone)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VL53L1X  — drivers/sensor/st/vl53l1x  (single zone, longer range)</a:t>
            </a:r>
          </a:p>
          <a:p>
            <a:pPr algn="l">
              <a:spcAft>
                <a:spcPts val="1000"/>
              </a:spcAft>
            </a:pPr>
            <a:r>
              <a:rPr sz="1550" b="1">
                <a:solidFill>
                  <a:srgbClr val="D14B4B"/>
                </a:solidFill>
                <a:latin typeface="Calibri"/>
              </a:rPr>
              <a:t>●  </a:t>
            </a:r>
            <a:r>
              <a:rPr sz="1550" b="1">
                <a:solidFill>
                  <a:srgbClr val="3A4152"/>
                </a:solidFill>
                <a:latin typeface="Calibri"/>
              </a:rPr>
              <a:t>The newer 8x8 multizone family has NO Zephyr driver at all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Confirmed: no VL53L5CX / L7CX / L8CX / L9CX anywhere in Zephyr's git history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2F6FED"/>
                </a:solidFill>
                <a:latin typeface="Calibri"/>
              </a:rPr>
              <a:t>   –  </a:t>
            </a:r>
            <a:r>
              <a:rPr sz="1350" b="0">
                <a:solidFill>
                  <a:srgbClr val="3A4152"/>
                </a:solidFill>
                <a:latin typeface="Calibri"/>
              </a:rPr>
              <a:t>No open community PR for this family either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600200"/>
            <a:ext cx="4663440" cy="4572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B8CF"/>
                </a:solidFill>
                <a:latin typeface="Calibri"/>
              </a:rPr>
              <a:t>REAL GAP, REAL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240280"/>
            <a:ext cx="411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3E7F0"/>
                </a:solidFill>
                <a:latin typeface="Calibri"/>
              </a:rPr>
              <a:t>Building this driver isn't duplicating existing work — the 8x8 multizone dToF family genuinely has no Zephyr support today. A clean, working driver here has real upstream value once it's mature.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VL53L8CX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Architecture: Glue Driver vs. Vendor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8595360" cy="78638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6479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Zephyr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12264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sensor_sample_fetch(dev) / sensor_channel_get(dev, ...)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606040"/>
            <a:ext cx="8366760" cy="786384"/>
          </a:xfrm>
          <a:prstGeom prst="rect">
            <a:avLst/>
          </a:prstGeom>
          <a:solidFill>
            <a:srgbClr val="3A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" y="2679192"/>
            <a:ext cx="7818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Zephyr Sensor API Layer  —  vl53l8cx.c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" y="3026664"/>
            <a:ext cx="7818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devicetree, sensor_driver_api, struct device, Kconfig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20440"/>
            <a:ext cx="8138160" cy="78638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9359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B2E"/>
                </a:solidFill>
                <a:latin typeface="Calibri"/>
              </a:rPr>
              <a:t>GLUE  —  platform.c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41064"/>
            <a:ext cx="7589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41B2E"/>
                </a:solidFill>
                <a:latin typeface="Calibri"/>
              </a:rPr>
              <a:t>translates ST's abstract I/O calls into real i2c_write_read_dt() / k_msleep()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" y="4434840"/>
            <a:ext cx="7909560" cy="786384"/>
          </a:xfrm>
          <a:prstGeom prst="rect">
            <a:avLst/>
          </a:prstGeom>
          <a:solidFill>
            <a:srgbClr val="E88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5860" y="4507992"/>
            <a:ext cx="7360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B2E"/>
                </a:solidFill>
                <a:latin typeface="Calibri"/>
              </a:rPr>
              <a:t>Vendor ULD API  —  uld/vl53l8cx_api.c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860" y="4855464"/>
            <a:ext cx="7360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41B2E"/>
                </a:solidFill>
                <a:latin typeface="Calibri"/>
              </a:rPr>
              <a:t>ST's ranging algorithm &amp; register maps — knows nothing about Zephyr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349240"/>
            <a:ext cx="7680960" cy="786384"/>
          </a:xfrm>
          <a:prstGeom prst="rect">
            <a:avLst/>
          </a:prstGeom>
          <a:solidFill>
            <a:srgbClr val="EA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42239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B2E"/>
                </a:solidFill>
                <a:latin typeface="Calibri"/>
              </a:rPr>
              <a:t>I2C bus / GPIO pins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769864"/>
            <a:ext cx="7132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41B2E"/>
                </a:solidFill>
                <a:latin typeface="Calibri"/>
              </a:rPr>
              <a:t>physical hardware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1691640"/>
            <a:ext cx="2194560" cy="41605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1874519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ED"/>
                </a:solidFill>
                <a:latin typeface="Calibri"/>
              </a:rPr>
              <a:t>KEY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194560"/>
            <a:ext cx="187451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The glue is ours to write and modify freely.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The vendor ULD must stay pristine — it's ST's licensed code, not ours to edit.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VL53L8CX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The Existing Precedent: VL53L1X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3A4152"/>
                </a:solidFill>
                <a:latin typeface="Calibri"/>
              </a:rPr>
              <a:t>Zephyr never mixes vendor SDK code into its own tree — it always splits across two repositories: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394960" cy="3566160"/>
          </a:xfrm>
          <a:prstGeom prst="rect">
            <a:avLst/>
          </a:prstGeom>
          <a:solidFill>
            <a:srgbClr val="F6F8FB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5394960" cy="5486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zephyr/drivers/sensor/st/vl53l1x/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• vl53l1.c            Zephyr sensor API glue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• vl53l1_platform.c   I2C/GPIO wrapper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License: Apache-2.0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Owned &amp; reviewed by: Zephyr sensor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subsystem maintainers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5394960" cy="3566160"/>
          </a:xfrm>
          <a:prstGeom prst="rect">
            <a:avLst/>
          </a:prstGeom>
          <a:solidFill>
            <a:srgbClr val="F6F8FB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194560"/>
            <a:ext cx="5394960" cy="548640"/>
          </a:xfrm>
          <a:prstGeom prst="rect">
            <a:avLst/>
          </a:prstGeom>
          <a:solidFill>
            <a:srgbClr val="E88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1B2E"/>
                </a:solidFill>
                <a:latin typeface="Consolas"/>
              </a:rPr>
              <a:t>modules/hal/st  (hal_st repo)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8036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• sensor/vl53l1x/api/core/src/vl53l1_api.c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  + calibration, wait, core, preset-modes...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License: GPL-2.0+ OR BSD-3-Clause (ST's choice)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B2E"/>
                </a:solidFill>
                <a:latin typeface="Consolas"/>
              </a:rPr>
              <a:t>Owned &amp; reviewed by: ST / hal_st maintainers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3A4152"/>
                </a:solidFill>
                <a:latin typeface="Calibri"/>
              </a:rPr>
              <a:t>This is the target shape for VL53L8CX too — our vl53l8cx.c/platform.c = future glue, our uld/ = future hal_st contribution.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VL53L8CX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We Verified So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A15D"/>
                </a:solidFill>
                <a:latin typeface="Calibri"/>
              </a:rPr>
              <a:t>CONFIRMED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solidFill>
            <a:srgbClr val="22A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3055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Vendor uld/*.c source diffed against stm32duino/VL53L8CX (official ST ULD port) — confirmed genuine, algorithmically identical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solidFill>
            <a:srgbClr val="22A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8211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Licensing: ST's ULD driver family is BSD-3-Clause — compatible with Zephyr's accepted license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solidFill>
            <a:srgbClr val="22A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3367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Fills a real gap: no VL53L5/7/8/9CX driver exists anywhere in Zephyr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91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14B4B"/>
                </a:solidFill>
                <a:latin typeface="Calibri"/>
              </a:rPr>
              <a:t>STILL BLOCKING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148840"/>
            <a:ext cx="365760" cy="365760"/>
          </a:xfrm>
          <a:prstGeom prst="rect">
            <a:avLst/>
          </a:prstGeom>
          <a:solidFill>
            <a:srgbClr val="D1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3055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module.yml, Kconfig and CMakeLists.txt are empty — module does not build yet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154680"/>
            <a:ext cx="365760" cy="365760"/>
          </a:xfrm>
          <a:prstGeom prst="rect">
            <a:avLst/>
          </a:prstGeom>
          <a:solidFill>
            <a:srgbClr val="D1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1546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3639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uld/vl53l8cx_api.c has debug printk()s + a Zephyr #include hand-spliced into vendor 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160520"/>
            <a:ext cx="365760" cy="365760"/>
          </a:xfrm>
          <a:prstGeom prst="rect">
            <a:avLst/>
          </a:prstGeom>
          <a:solidFill>
            <a:srgbClr val="D1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14223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No LICENSE file shipped alongside the vendor code; copyright header uses a placeholder “Zephyr Community”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166360"/>
            <a:ext cx="365760" cy="365760"/>
          </a:xfrm>
          <a:prstGeom prst="rect">
            <a:avLst/>
          </a:prstGeom>
          <a:solidFill>
            <a:srgbClr val="D1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1663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14807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4152"/>
                </a:solidFill>
                <a:latin typeface="Calibri"/>
              </a:rPr>
              <a:t>Not under version control at all — no git repo, no history, no attribution trail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VL53L8CX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B2"/>
                </a:solidFill>
                <a:latin typeface="Calibri"/>
              </a:rPr>
              <a:t>Zephyr Workspace &amp; VL53L8CX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2763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B2E"/>
                </a:solidFill>
                <a:latin typeface="Calibri"/>
              </a:rPr>
              <a:t>Clean the vendor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3852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52"/>
                </a:solidFill>
                <a:latin typeface="Calibri"/>
              </a:rPr>
              <a:t>Restore uld/vl53l8cx_api.c to a pristine ST copy; move debug diagnostics into platform.c/vl53l8cx.c behind LOG_DBG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888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B2E"/>
                </a:solidFill>
                <a:latin typeface="Calibri"/>
              </a:rPr>
              <a:t>Make it buildable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79776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52"/>
                </a:solidFill>
                <a:latin typeface="Calibri"/>
              </a:rPr>
              <a:t>Fill in module.yml, Kconfig, CMakeLists.txt (root + driver level), and the devicetree binding (st,vl53l8cx.yaml)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1012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B2E"/>
                </a:solidFill>
                <a:latin typeface="Calibri"/>
              </a:rPr>
              <a:t>Fix licensing hygiene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21024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52"/>
                </a:solidFill>
                <a:latin typeface="Calibri"/>
              </a:rPr>
              <a:t>Attach ST's real LICENSE file; replace the placeholder copyright header with correct attribution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5137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B2E"/>
                </a:solidFill>
                <a:latin typeface="Calibri"/>
              </a:rPr>
              <a:t>Validate on 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6227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52"/>
                </a:solidFill>
                <a:latin typeface="Calibri"/>
              </a:rPr>
              <a:t>Build &amp; test across target boards (Nucleo-G474RE, Nucleo-N657X0-Q, ...) before trusting any “verified” claim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10912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109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92624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B2E"/>
                </a:solidFill>
                <a:latin typeface="Calibri"/>
              </a:rPr>
              <a:t>Decide on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30352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52"/>
                </a:solidFill>
                <a:latin typeface="Calibri"/>
              </a:rPr>
              <a:t>Keep as one module for now; split into glue vs. vendor subtrees only once ready to propose it upstream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2B8C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3A6"/>
                </a:solidFill>
                <a:latin typeface="Calibri"/>
              </a:rPr>
              <a:t>zephyr_dev workspace  —  modules/sensor/st_vl53l8cx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